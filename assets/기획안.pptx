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0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29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28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929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09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679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16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36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6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17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853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79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A0D5C-7EF7-46EC-8460-E52658DBA6B0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28D64-1C81-4EC3-B968-C75DD23C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28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82616" y="1513617"/>
            <a:ext cx="1892976" cy="392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유지보수 내역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956319" y="1513616"/>
            <a:ext cx="1301096" cy="3927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Excel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956319" y="2853300"/>
            <a:ext cx="1301096" cy="3927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작성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384317" y="1513615"/>
            <a:ext cx="4292389" cy="3927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D:\</a:t>
            </a:r>
            <a:r>
              <a:rPr lang="ko-KR" altLang="en-US" dirty="0" err="1" smtClean="0">
                <a:solidFill>
                  <a:schemeClr val="tx1"/>
                </a:solidFill>
              </a:rPr>
              <a:t>조대</a:t>
            </a:r>
            <a:r>
              <a:rPr lang="en-US" altLang="ko-KR" dirty="0" smtClean="0">
                <a:solidFill>
                  <a:schemeClr val="tx1"/>
                </a:solidFill>
              </a:rPr>
              <a:t>202602 </a:t>
            </a:r>
            <a:r>
              <a:rPr lang="ko-KR" altLang="en-US" dirty="0" smtClean="0">
                <a:solidFill>
                  <a:schemeClr val="tx1"/>
                </a:solidFill>
              </a:rPr>
              <a:t>유지보수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r>
              <a:rPr lang="en-US" altLang="ko-KR" dirty="0" err="1" smtClean="0">
                <a:solidFill>
                  <a:schemeClr val="tx1"/>
                </a:solidFill>
              </a:rPr>
              <a:t>xlsx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282616" y="2183459"/>
            <a:ext cx="1892976" cy="392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유지보수 보고서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956319" y="2183458"/>
            <a:ext cx="1301096" cy="3927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Word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384317" y="2183457"/>
            <a:ext cx="4292389" cy="3927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D:\</a:t>
            </a:r>
            <a:r>
              <a:rPr lang="ko-KR" altLang="en-US" dirty="0" smtClean="0">
                <a:solidFill>
                  <a:schemeClr val="tx1"/>
                </a:solidFill>
              </a:rPr>
              <a:t>유지보수내역</a:t>
            </a:r>
            <a:r>
              <a:rPr lang="en-US" altLang="ko-KR" dirty="0" smtClean="0">
                <a:solidFill>
                  <a:schemeClr val="tx1"/>
                </a:solidFill>
              </a:rPr>
              <a:t>_mis202602.doc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282616" y="712619"/>
            <a:ext cx="4274668" cy="392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u="sng" dirty="0" smtClean="0">
                <a:solidFill>
                  <a:schemeClr val="tx1"/>
                </a:solidFill>
              </a:rPr>
              <a:t>유지보수 보고서 작성 프로그램</a:t>
            </a:r>
            <a:endParaRPr lang="ko-KR" altLang="en-US" b="1" u="sng" dirty="0">
              <a:solidFill>
                <a:schemeClr val="tx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1411428" y="387323"/>
            <a:ext cx="337816" cy="25631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46921" y="1525330"/>
            <a:ext cx="146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9368120" y="1590060"/>
            <a:ext cx="337816" cy="25631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08733" y="3488817"/>
            <a:ext cx="5760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</a:rPr>
              <a:t>클릭하면 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엑셀파일을선택하는</a:t>
            </a:r>
            <a:r>
              <a:rPr lang="ko-KR" altLang="en-US" sz="1600" dirty="0" smtClean="0">
                <a:solidFill>
                  <a:srgbClr val="FF0000"/>
                </a:solidFill>
              </a:rPr>
              <a:t> 팝업이 뜨고 파일 선택하면 왼쪽 텍스트박스에 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경로표시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49244" y="349504"/>
            <a:ext cx="146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제목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9368120" y="2251681"/>
            <a:ext cx="337816" cy="25631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1411428" y="3555669"/>
            <a:ext cx="337816" cy="25631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</a:rPr>
              <a:t>2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9368120" y="2909252"/>
            <a:ext cx="337816" cy="25631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08732" y="4278097"/>
            <a:ext cx="8794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</a:rPr>
              <a:t>작성을 클릭하면</a:t>
            </a:r>
            <a:r>
              <a:rPr lang="en-US" altLang="ko-KR" sz="1600" dirty="0" smtClean="0">
                <a:solidFill>
                  <a:srgbClr val="FF0000"/>
                </a:solidFill>
              </a:rPr>
              <a:t>, 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엑셀파일의</a:t>
            </a:r>
            <a:r>
              <a:rPr lang="ko-KR" altLang="en-US" sz="1600" dirty="0" smtClean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“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처리일자</a:t>
            </a:r>
            <a:r>
              <a:rPr lang="en-US" altLang="ko-KR" sz="1600" dirty="0" smtClean="0">
                <a:solidFill>
                  <a:srgbClr val="FF0000"/>
                </a:solidFill>
              </a:rPr>
              <a:t>, </a:t>
            </a:r>
            <a:r>
              <a:rPr lang="ko-KR" altLang="en-US" sz="1600" dirty="0" smtClean="0">
                <a:solidFill>
                  <a:srgbClr val="FF0000"/>
                </a:solidFill>
              </a:rPr>
              <a:t>처리내역</a:t>
            </a:r>
            <a:r>
              <a:rPr lang="en-US" altLang="ko-KR" sz="1600" dirty="0" smtClean="0">
                <a:solidFill>
                  <a:srgbClr val="FF0000"/>
                </a:solidFill>
              </a:rPr>
              <a:t>, </a:t>
            </a:r>
            <a:r>
              <a:rPr lang="ko-KR" altLang="en-US" sz="1600" dirty="0" smtClean="0">
                <a:solidFill>
                  <a:srgbClr val="FF0000"/>
                </a:solidFill>
              </a:rPr>
              <a:t>진행상태</a:t>
            </a:r>
            <a:r>
              <a:rPr lang="en-US" altLang="ko-KR" sz="1600" dirty="0" smtClean="0">
                <a:solidFill>
                  <a:srgbClr val="FF0000"/>
                </a:solidFill>
              </a:rPr>
              <a:t>” </a:t>
            </a:r>
            <a:r>
              <a:rPr lang="ko-KR" altLang="en-US" sz="1600" dirty="0" smtClean="0">
                <a:solidFill>
                  <a:srgbClr val="FF0000"/>
                </a:solidFill>
              </a:rPr>
              <a:t>항목 내역을 읽어온다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r>
              <a:rPr lang="ko-KR" altLang="en-US" sz="1600" dirty="0" smtClean="0">
                <a:solidFill>
                  <a:srgbClr val="FF0000"/>
                </a:solidFill>
              </a:rPr>
              <a:t>  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1411428" y="4378620"/>
            <a:ext cx="337816" cy="25631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</a:rPr>
              <a:t>3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08732" y="4774989"/>
            <a:ext cx="8794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solidFill>
                  <a:srgbClr val="FF0000"/>
                </a:solidFill>
              </a:rPr>
              <a:t>워드파일의</a:t>
            </a:r>
            <a:r>
              <a:rPr lang="ko-KR" altLang="en-US" sz="1600" dirty="0" smtClean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[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처리일자</a:t>
            </a:r>
            <a:r>
              <a:rPr lang="en-US" altLang="ko-KR" sz="1600" dirty="0" smtClean="0">
                <a:solidFill>
                  <a:srgbClr val="FF0000"/>
                </a:solidFill>
              </a:rPr>
              <a:t>] [</a:t>
            </a:r>
            <a:r>
              <a:rPr lang="ko-KR" altLang="en-US" sz="1600" dirty="0" smtClean="0">
                <a:solidFill>
                  <a:srgbClr val="FF0000"/>
                </a:solidFill>
              </a:rPr>
              <a:t>처리내역</a:t>
            </a:r>
            <a:r>
              <a:rPr lang="en-US" altLang="ko-KR" sz="1600" dirty="0" smtClean="0">
                <a:solidFill>
                  <a:srgbClr val="FF0000"/>
                </a:solidFill>
              </a:rPr>
              <a:t>] [</a:t>
            </a:r>
            <a:r>
              <a:rPr lang="ko-KR" altLang="en-US" sz="1600" dirty="0" smtClean="0">
                <a:solidFill>
                  <a:srgbClr val="FF0000"/>
                </a:solidFill>
              </a:rPr>
              <a:t>진행상태</a:t>
            </a:r>
            <a:r>
              <a:rPr lang="en-US" altLang="ko-KR" sz="1600" dirty="0" smtClean="0">
                <a:solidFill>
                  <a:srgbClr val="FF0000"/>
                </a:solidFill>
              </a:rPr>
              <a:t>] </a:t>
            </a:r>
            <a:r>
              <a:rPr lang="ko-KR" altLang="en-US" sz="1600" dirty="0" smtClean="0">
                <a:solidFill>
                  <a:srgbClr val="FF0000"/>
                </a:solidFill>
              </a:rPr>
              <a:t>영역에 읽어온 항목 내역을 매칭시킨다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r>
              <a:rPr lang="ko-KR" altLang="en-US" sz="1600" dirty="0" smtClean="0">
                <a:solidFill>
                  <a:srgbClr val="FF0000"/>
                </a:solidFill>
              </a:rPr>
              <a:t>  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08732" y="5221307"/>
            <a:ext cx="8794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</a:rPr>
              <a:t>엑셀의 행수만큼 위 작업을 반복해서</a:t>
            </a:r>
            <a:r>
              <a:rPr lang="en-US" altLang="ko-KR" sz="1600" dirty="0" smtClean="0">
                <a:solidFill>
                  <a:srgbClr val="FF0000"/>
                </a:solidFill>
              </a:rPr>
              <a:t>, </a:t>
            </a:r>
            <a:r>
              <a:rPr lang="ko-KR" altLang="en-US" sz="1600" dirty="0" smtClean="0">
                <a:solidFill>
                  <a:srgbClr val="FF0000"/>
                </a:solidFill>
              </a:rPr>
              <a:t>매칭해서 행을 추가한다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r>
              <a:rPr lang="ko-KR" altLang="en-US" sz="1600" dirty="0" smtClean="0">
                <a:solidFill>
                  <a:srgbClr val="FF0000"/>
                </a:solidFill>
              </a:rPr>
              <a:t>  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08732" y="5758037"/>
            <a:ext cx="8794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solidFill>
                  <a:srgbClr val="FF0000"/>
                </a:solidFill>
              </a:rPr>
              <a:t>매칭끝나고</a:t>
            </a:r>
            <a:r>
              <a:rPr lang="ko-KR" altLang="en-US" sz="1600" dirty="0" smtClean="0">
                <a:solidFill>
                  <a:srgbClr val="FF0000"/>
                </a:solidFill>
              </a:rPr>
              <a:t> 워드 작성이 완료되면 유지보수 보고서 파일과 동일한 경로에 저장한다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r>
              <a:rPr lang="ko-KR" altLang="en-US" sz="1600" dirty="0" smtClean="0">
                <a:solidFill>
                  <a:srgbClr val="FF0000"/>
                </a:solidFill>
              </a:rPr>
              <a:t>  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08732" y="6217477"/>
            <a:ext cx="8794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</a:rPr>
              <a:t>파일명은 </a:t>
            </a:r>
            <a:r>
              <a:rPr lang="en-US" altLang="ko-KR" sz="1600" dirty="0">
                <a:solidFill>
                  <a:srgbClr val="FF0000"/>
                </a:solidFill>
              </a:rPr>
              <a:t>[</a:t>
            </a:r>
            <a:r>
              <a:rPr lang="ko-KR" altLang="en-US" sz="1600" dirty="0" smtClean="0">
                <a:solidFill>
                  <a:srgbClr val="FF0000"/>
                </a:solidFill>
              </a:rPr>
              <a:t>유지보수 보고서 파일명 </a:t>
            </a:r>
            <a:r>
              <a:rPr lang="en-US" altLang="ko-KR" sz="1600" dirty="0" smtClean="0">
                <a:solidFill>
                  <a:srgbClr val="FF0000"/>
                </a:solidFill>
              </a:rPr>
              <a:t>+ “_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작성완료</a:t>
            </a:r>
            <a:r>
              <a:rPr lang="en-US" altLang="ko-KR" sz="1600" dirty="0" smtClean="0">
                <a:solidFill>
                  <a:srgbClr val="FF0000"/>
                </a:solidFill>
              </a:rPr>
              <a:t>”.doc]</a:t>
            </a:r>
            <a:r>
              <a:rPr lang="ko-KR" altLang="en-US" sz="1600" dirty="0" smtClean="0">
                <a:solidFill>
                  <a:srgbClr val="FF0000"/>
                </a:solidFill>
              </a:rPr>
              <a:t> 라고 명한다 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r>
              <a:rPr lang="ko-KR" altLang="en-US" sz="1600" dirty="0" smtClean="0">
                <a:solidFill>
                  <a:srgbClr val="FF0000"/>
                </a:solidFill>
              </a:rPr>
              <a:t>  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1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106</Words>
  <Application>Microsoft Office PowerPoint</Application>
  <PresentationFormat>와이드스크린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chanjoong kim</dc:creator>
  <cp:lastModifiedBy>chanjoong kim</cp:lastModifiedBy>
  <cp:revision>6</cp:revision>
  <dcterms:created xsi:type="dcterms:W3CDTF">2026-02-26T06:24:42Z</dcterms:created>
  <dcterms:modified xsi:type="dcterms:W3CDTF">2026-02-26T06:46:44Z</dcterms:modified>
</cp:coreProperties>
</file>